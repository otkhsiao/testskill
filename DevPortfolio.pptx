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67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DevPortfolio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0" y="2286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前端开发者作品集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0" y="2926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创造优雅、高效的Web应用程序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关于我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全栈开发者 &amp; UI设计爱好者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拥有5年前端开发经验，专注于构建响应式、用户友好的Web应用程序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热衷于学习新技术，并将其应用于实际项目中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专业技能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36576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前端开发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HTML5, CSS3, JavaScript, TypeScript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5488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框架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54880" y="1463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React, Vue.js, Angular, Next.js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后端开发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2560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Node.js, Python, Java, Go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2194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2560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MySQL, MongoDB, PostgreSQL, Redis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代表作品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73152" cy="640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电商平台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现代化电商网站，支持多种支付方式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73152" cy="640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745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健身追踪App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帮助用户追踪运动数据和健康状况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73152" cy="640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432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数据可视化平台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063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实时数据分析和可视化仪表板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成就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097280" y="16459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109728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完成项目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40480" y="16459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384048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满意客户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0" y="16459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6583680" y="2560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年经验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联系我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邮箱: hello@example.com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位置: 中国，上海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电话: +86 123 4567 8900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DevPortfolio - 前端开发者作品集</dc:title>
  <dc:subject>PptxGenJS Presentation</dc:subject>
  <dc:creator>Zhang San</dc:creator>
  <cp:lastModifiedBy>Zhang San</cp:lastModifiedBy>
  <cp:revision>1</cp:revision>
  <dcterms:created xsi:type="dcterms:W3CDTF">2026-01-20T11:14:10Z</dcterms:created>
  <dcterms:modified xsi:type="dcterms:W3CDTF">2026-01-20T11:14:10Z</dcterms:modified>
</cp:coreProperties>
</file>